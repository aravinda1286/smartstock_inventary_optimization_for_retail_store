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5281AF-028F-493F-9009-0700A34CA7E9}" v="41" dt="2025-11-21T07:13:20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432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11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92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93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04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76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76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92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97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63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8384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624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7327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772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189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25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CBC80-E889-4F50-B9F6-52F73C4353D4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C155553-6401-40BD-A47B-80E81939E6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07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78A2-6804-117A-23D1-5ECE290FF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027472"/>
            <a:ext cx="7836310" cy="2574566"/>
          </a:xfrm>
        </p:spPr>
        <p:txBody>
          <a:bodyPr>
            <a:normAutofit/>
          </a:bodyPr>
          <a:lstStyle/>
          <a:p>
            <a:pPr algn="l"/>
            <a:r>
              <a:rPr lang="en-US" b="1" dirty="0" err="1"/>
              <a:t>SmartStock</a:t>
            </a:r>
            <a:r>
              <a:rPr lang="en-US" b="1" dirty="0"/>
              <a:t>: Inventory Optimization for Retail Stores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37404-DD0A-F4D2-8527-159A36AE8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311148" cy="2228491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Presentation by </a:t>
            </a:r>
            <a:r>
              <a:rPr lang="en-US" dirty="0" err="1">
                <a:solidFill>
                  <a:schemeClr val="tx1"/>
                </a:solidFill>
              </a:rPr>
              <a:t>K.Aravinda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Guidance by Shakthi </a:t>
            </a:r>
            <a:r>
              <a:rPr lang="en-US" dirty="0" err="1">
                <a:solidFill>
                  <a:schemeClr val="tx1"/>
                </a:solidFill>
              </a:rPr>
              <a:t>GopalaKrishnan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26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83A0-D10A-BBB4-F70F-6C40BB68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769" y="737419"/>
            <a:ext cx="10754032" cy="1061884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/>
              <a:t>Table of 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873181-6DC5-534E-947B-83731D7106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769" y="2118911"/>
            <a:ext cx="1075403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Overview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Architecture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Environment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 &amp; Technologies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Architecture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Workflow Diagram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 Used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86643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CA2F0-9C41-B85E-1B8F-53713CD7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144" y="1140540"/>
            <a:ext cx="10655711" cy="1317523"/>
          </a:xfrm>
        </p:spPr>
        <p:txBody>
          <a:bodyPr>
            <a:normAutofit/>
          </a:bodyPr>
          <a:lstStyle/>
          <a:p>
            <a:r>
              <a:rPr lang="en-IN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5D0ADBC-34A2-CEBE-4276-84D4EE5ED1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089" y="2537853"/>
            <a:ext cx="10373033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SmartStock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intelligent system designed to automate stock management.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demand using data analytics and ML models.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Tracks fast-moving &amp; slow-moving items.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real-time low-stock and reorder alerts.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effort and improves retail profitability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49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7230-CEA6-7A89-366D-A9DC5043E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090" y="875072"/>
            <a:ext cx="10547555" cy="904568"/>
          </a:xfrm>
        </p:spPr>
        <p:txBody>
          <a:bodyPr>
            <a:normAutofit/>
          </a:bodyPr>
          <a:lstStyle/>
          <a:p>
            <a:r>
              <a:rPr lang="en-IN" sz="4800" b="1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152DF8-815D-40CE-7EF1-E4DE1B7F2E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277" y="2404354"/>
            <a:ext cx="1157256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stock-out issues causing customer dissatisfaction.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Excess inventory increasing storage cost.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stock counting errors.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proper forecasting for future demand.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real-time visibility into stock levels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78216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E951F-7BB2-F770-B9B7-EFAC07E6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935" y="1189702"/>
            <a:ext cx="11012131" cy="1101213"/>
          </a:xfrm>
        </p:spPr>
        <p:txBody>
          <a:bodyPr>
            <a:normAutofit/>
          </a:bodyPr>
          <a:lstStyle/>
          <a:p>
            <a:r>
              <a:rPr lang="en-IN" b="1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C15F35-7D1C-E962-6937-93AABE46D4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9935" y="2657523"/>
            <a:ext cx="1021571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optimal inventory levels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future stock requirements accurately.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wastage, overstock, and stock shortages.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decision-making with data insights.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real-time stock monitoring and alerts.</a:t>
            </a:r>
          </a:p>
        </p:txBody>
      </p:sp>
    </p:spTree>
    <p:extLst>
      <p:ext uri="{BB962C8B-B14F-4D97-AF65-F5344CB8AC3E}">
        <p14:creationId xmlns:p14="http://schemas.microsoft.com/office/powerpoint/2010/main" val="297047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9A8E-CD8A-F45A-A83D-231A499FF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983226"/>
            <a:ext cx="8733228" cy="947174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B035C-4B57-7038-1006-B7E374B08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Main Components: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User Interface /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Backend API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Inventory Database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Data Processing &amp; ML Module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Notification (Reorder) Engine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400" dirty="0"/>
              <a:t>Reporting &amp; Analytics Module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34F6-A5EE-F32D-542F-7A915A69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668594"/>
            <a:ext cx="10980174" cy="1022094"/>
          </a:xfrm>
        </p:spPr>
        <p:txBody>
          <a:bodyPr/>
          <a:lstStyle/>
          <a:p>
            <a:r>
              <a:rPr lang="en-IN" b="1" dirty="0"/>
              <a:t>Backend Environment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3155D3-8895-DCEF-3F62-73E21BA12F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626" y="1869714"/>
            <a:ext cx="1018621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Framework: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Flask / Django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Localhost or Cloud Deployment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Code / PyCharm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Version Control: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GitHub</a:t>
            </a:r>
          </a:p>
        </p:txBody>
      </p:sp>
    </p:spTree>
    <p:extLst>
      <p:ext uri="{BB962C8B-B14F-4D97-AF65-F5344CB8AC3E}">
        <p14:creationId xmlns:p14="http://schemas.microsoft.com/office/powerpoint/2010/main" val="2284769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E605-31CE-B202-4268-3ABE3847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43896"/>
            <a:ext cx="8596668" cy="986503"/>
          </a:xfrm>
        </p:spPr>
        <p:txBody>
          <a:bodyPr/>
          <a:lstStyle/>
          <a:p>
            <a:r>
              <a:rPr lang="en-IN" b="1" dirty="0"/>
              <a:t>Libraries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3397-EBDF-04AA-57F3-227A534F9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Python Libraries:</a:t>
            </a:r>
            <a:endParaRPr lang="en-IN" sz="2400" dirty="0"/>
          </a:p>
          <a:p>
            <a:pPr lvl="1"/>
            <a:r>
              <a:rPr lang="en-IN" dirty="0"/>
              <a:t>NumPy (computations)</a:t>
            </a:r>
          </a:p>
          <a:p>
            <a:pPr lvl="1"/>
            <a:r>
              <a:rPr lang="en-IN" dirty="0"/>
              <a:t>Pandas (data handling)</a:t>
            </a:r>
          </a:p>
          <a:p>
            <a:pPr lvl="1"/>
            <a:r>
              <a:rPr lang="en-IN" dirty="0"/>
              <a:t>Scikit-Learn (demand forecasting)</a:t>
            </a:r>
          </a:p>
          <a:p>
            <a:pPr lvl="1"/>
            <a:r>
              <a:rPr lang="en-IN" dirty="0" err="1"/>
              <a:t>SQLAlchemy</a:t>
            </a:r>
            <a:r>
              <a:rPr lang="en-IN" dirty="0"/>
              <a:t> (database ORM)</a:t>
            </a:r>
          </a:p>
          <a:p>
            <a:pPr marL="0" indent="0">
              <a:buNone/>
            </a:pPr>
            <a:r>
              <a:rPr lang="en-IN" sz="2400" b="1" dirty="0"/>
              <a:t>Backend Tools:</a:t>
            </a:r>
            <a:r>
              <a:rPr lang="en-IN" sz="2400" dirty="0"/>
              <a:t> Flask/Django API</a:t>
            </a:r>
          </a:p>
          <a:p>
            <a:pPr marL="0" indent="0">
              <a:buNone/>
            </a:pPr>
            <a:r>
              <a:rPr lang="en-IN" sz="2400" b="1" dirty="0"/>
              <a:t>Visualization:</a:t>
            </a:r>
            <a:r>
              <a:rPr lang="en-IN" sz="2400" dirty="0"/>
              <a:t> Power BI / Matplotlib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0607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1C760-DCC7-8BBA-3388-C990AEC79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Backend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9D5CC-F7D8-0523-F685-FFC0E710B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13" y="1691148"/>
            <a:ext cx="10883081" cy="458413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Layers: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API Layer</a:t>
            </a:r>
            <a:endParaRPr lang="en-IN" dirty="0"/>
          </a:p>
          <a:p>
            <a:pPr lvl="1"/>
            <a:r>
              <a:rPr lang="en-IN" dirty="0"/>
              <a:t>Product data retrieval</a:t>
            </a:r>
          </a:p>
          <a:p>
            <a:pPr lvl="1"/>
            <a:r>
              <a:rPr lang="en-IN" dirty="0"/>
              <a:t>Stock updates</a:t>
            </a:r>
          </a:p>
          <a:p>
            <a:pPr lvl="1"/>
            <a:r>
              <a:rPr lang="en-IN" dirty="0"/>
              <a:t>Forecast API</a:t>
            </a:r>
          </a:p>
          <a:p>
            <a:pPr marL="0" indent="0">
              <a:buNone/>
            </a:pPr>
            <a:r>
              <a:rPr lang="en-IN" b="1" dirty="0"/>
              <a:t>Business Logic Layer</a:t>
            </a:r>
            <a:endParaRPr lang="en-IN" dirty="0"/>
          </a:p>
          <a:p>
            <a:pPr lvl="1"/>
            <a:r>
              <a:rPr lang="en-IN" dirty="0"/>
              <a:t>Demand prediction</a:t>
            </a:r>
          </a:p>
          <a:p>
            <a:pPr lvl="1"/>
            <a:r>
              <a:rPr lang="en-IN" dirty="0"/>
              <a:t>Reorder level logic</a:t>
            </a:r>
          </a:p>
          <a:p>
            <a:pPr marL="0" indent="0">
              <a:buNone/>
            </a:pPr>
            <a:r>
              <a:rPr lang="en-IN" b="1" dirty="0"/>
              <a:t>Data Access Layer</a:t>
            </a:r>
            <a:endParaRPr lang="en-IN" dirty="0"/>
          </a:p>
          <a:p>
            <a:pPr lvl="1"/>
            <a:r>
              <a:rPr lang="en-IN" dirty="0"/>
              <a:t>Inventory table</a:t>
            </a:r>
          </a:p>
          <a:p>
            <a:pPr lvl="1"/>
            <a:r>
              <a:rPr lang="en-IN" dirty="0"/>
              <a:t>Sales history table</a:t>
            </a:r>
          </a:p>
          <a:p>
            <a:pPr marL="0" indent="0">
              <a:buNone/>
            </a:pPr>
            <a:r>
              <a:rPr lang="en-IN" b="1" dirty="0"/>
              <a:t>Scheduler</a:t>
            </a:r>
            <a:endParaRPr lang="en-IN" dirty="0"/>
          </a:p>
          <a:p>
            <a:pPr lvl="1"/>
            <a:r>
              <a:rPr lang="en-IN" dirty="0"/>
              <a:t>Daily forecasting</a:t>
            </a:r>
          </a:p>
          <a:p>
            <a:pPr lvl="1"/>
            <a:r>
              <a:rPr lang="en-IN" dirty="0"/>
              <a:t>Auto-alert triggers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936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5E88-449C-3D4B-DDE5-10CE3A587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887" y="788230"/>
            <a:ext cx="5952673" cy="804595"/>
          </a:xfrm>
        </p:spPr>
        <p:txBody>
          <a:bodyPr/>
          <a:lstStyle/>
          <a:p>
            <a:r>
              <a:rPr lang="en-IN" b="1" dirty="0"/>
              <a:t>Workflow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268E37-6E2B-AD09-EB6D-5B32FC204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0" y="1382485"/>
            <a:ext cx="7787149" cy="489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727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BF683-9B02-020E-C23C-297F853D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30710"/>
            <a:ext cx="8596668" cy="799690"/>
          </a:xfrm>
        </p:spPr>
        <p:txBody>
          <a:bodyPr/>
          <a:lstStyle/>
          <a:p>
            <a:r>
              <a:rPr lang="en-IN" b="1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B581D-9657-379B-7F00-5CD6A245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Real-time stock monitoring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Automated reorder notifications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Predictive demand analytics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Dashboard with reports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Fast-moving / Slow-moving item detection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400" dirty="0"/>
              <a:t>Secure database handling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42081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FE82A-289C-3A3C-A9D9-D8420D758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37187"/>
            <a:ext cx="10631129" cy="1042218"/>
          </a:xfrm>
        </p:spPr>
        <p:txBody>
          <a:bodyPr/>
          <a:lstStyle/>
          <a:p>
            <a:r>
              <a:rPr lang="en-IN" b="1" dirty="0"/>
              <a:t>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626656D-2054-B727-19F0-69193C58E5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2651203"/>
            <a:ext cx="1017638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stock shortage occurrences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inventory holding cost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stock turnover efficiency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 forecasting of product demand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operational performance</a:t>
            </a:r>
          </a:p>
        </p:txBody>
      </p:sp>
    </p:spTree>
    <p:extLst>
      <p:ext uri="{BB962C8B-B14F-4D97-AF65-F5344CB8AC3E}">
        <p14:creationId xmlns:p14="http://schemas.microsoft.com/office/powerpoint/2010/main" val="962185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99AA8-B45B-EB54-4BC5-D8B47E97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1209367"/>
            <a:ext cx="10911348" cy="63592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Applications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A3CD4-3E5C-7C0C-50EB-453B8E95B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Supermarkets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Fashion retail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Electronics stores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Pharmacy stores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E-commerce inventory warehouses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0141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F274-5159-51B0-DBD5-A74284E2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1120877"/>
            <a:ext cx="10960511" cy="1209368"/>
          </a:xfrm>
        </p:spPr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B9933-E041-E80A-5554-EB8376BC3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445" y="2625213"/>
            <a:ext cx="10852357" cy="1691148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err="1"/>
              <a:t>SmartStock</a:t>
            </a:r>
            <a:r>
              <a:rPr lang="en-US" dirty="0"/>
              <a:t> enables smarter inventory decisions using automation, analytics, and ML forecasting, ensuring optimal stock levels and improved business </a:t>
            </a:r>
            <a:r>
              <a:rPr lang="en-US" dirty="0" err="1"/>
              <a:t>efficienc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05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FEFEB-B437-BF7D-C117-76D94EB1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3F319-0C21-FCBE-AF74-B80E27B3E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/>
              <a:t>                </a:t>
            </a:r>
            <a:r>
              <a:rPr lang="en-US" sz="6000" b="1" dirty="0"/>
              <a:t>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860177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</TotalTime>
  <Words>369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SmartStock: Inventory Optimization for Retail Stores</vt:lpstr>
      <vt:lpstr> Table of Contents</vt:lpstr>
      <vt:lpstr>Project Overview</vt:lpstr>
      <vt:lpstr>Problem Statement</vt:lpstr>
      <vt:lpstr>Objectives</vt:lpstr>
      <vt:lpstr>System Architecture</vt:lpstr>
      <vt:lpstr>Backend Environment</vt:lpstr>
      <vt:lpstr>Libraries &amp; Technologies Used</vt:lpstr>
      <vt:lpstr>Backend Architecture</vt:lpstr>
      <vt:lpstr>Workflow Diagram</vt:lpstr>
      <vt:lpstr>Key Features</vt:lpstr>
      <vt:lpstr>Results</vt:lpstr>
      <vt:lpstr>Applications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usha pappala</dc:creator>
  <cp:lastModifiedBy>Aravinda kuchipudi</cp:lastModifiedBy>
  <cp:revision>2</cp:revision>
  <dcterms:created xsi:type="dcterms:W3CDTF">2025-11-21T06:49:56Z</dcterms:created>
  <dcterms:modified xsi:type="dcterms:W3CDTF">2025-11-21T12:53:47Z</dcterms:modified>
</cp:coreProperties>
</file>